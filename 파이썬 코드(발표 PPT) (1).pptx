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9T02:34:46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1310 0 24575,'-8'0'0,"1"1"0,0 0 0,0 0 0,0 0 0,0 1 0,0 0 0,1 0 0,-1 0 0,0 1 0,1 0 0,0 1 0,-9 5 0,-2 4 0,2 1 0,-28 30 0,32-32 0,-91 104-503,-135 203-1,-51 154-503,141-201-3040,108-191 1851,-41 127 0,65-154 2055,-14 96-1,7 59 148,9-76 19,-43 423 36,-4-143 2807,38-286-62,14-65-2034,2 0 0,3 1 0,10 116-1,4-88-143,4-2 0,26 90-1,-35-157-627,6 20 0,19 50 0,-26-81 0,0 0 0,0 0 0,1-1 0,1 0 0,0 0 0,0-1 0,0 1 0,1-2 0,14 12 0,-18-16 27,0-1-1,0 0 0,1-1 0,0 1 1,-1-1-1,1 0 0,0 0 0,0-1 1,0 1-1,0-1 0,0 0 0,7 0 1,-4-1-271,0 0 0,0 0 0,1-1 0,-1-1 1,0 1-1,12-6 0,54-23-6582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9T02:34:47.9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24575,'2'0'0,"0"0"0,0 1 0,0-1 0,0 0 0,-1 1 0,1-1 0,0 1 0,0-1 0,-1 1 0,1 0 0,0 0 0,-1 0 0,1 0 0,-1 0 0,1 0 0,-1 0 0,1 1 0,1 2 0,19 32 0,-19-29 0,21 42 0,-3 0 0,30 101 0,9 99 0,54 198 0,-72-300 0,26 173 0,-11-5 0,-46-257 0,2 0 0,2-1 0,3-1 0,49 104 0,-48-117 0,-2 1 0,-2 1 0,-1 0 0,-3 1 0,-2 1 0,-1-1 0,-3 1 0,-1 69 0,-11 339 0,2-395-195,-2 0 0,-2 0 0,-3-1 0,-3 0 0,-2-1 0,-29 65 0,7-39-6631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9T02:34:51.5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0 24575,'2'0'0,"0"1"0,-1-1 0,1 1 0,0-1 0,0 1 0,0-1 0,-1 1 0,1 0 0,0 0 0,-1 0 0,1 0 0,-1 0 0,1 0 0,-1 1 0,0-1 0,1 0 0,-1 1 0,0-1 0,0 1 0,0-1 0,0 1 0,0 0 0,0-1 0,0 1 0,-1 0 0,1 0 0,0 2 0,2 7 0,0 1 0,0 0 0,0 13 0,-2-16 0,6 78 0,-6 131 0,-2-119 0,-15 166 0,2-33 0,12 311 0,3-277 0,-4-198 0,-23 124 0,4-51 0,-14 440 0,38 300 0,6-636 0,-3-181 0,27 115 0,-2-54 0,90 299 0,-85-322 0,22 55 0,-46-130 0,2-1 0,1 0 0,29 39 0,-41-62 0,6 7 0,0 0 0,0-1 0,13 12 0,-18-19 0,-1 0 0,1 0 0,-1 0 0,1 0 0,0-1 0,-1 1 0,1-1 0,0 0 0,0 0 0,0 0 0,0 0 0,0 0 0,0-1 0,0 1 0,1-1 0,-1 0 0,0 0 0,0 0 0,4-1 0,0-1-151,-1-1-1,1 0 0,-1 0 0,0 0 1,0-1-1,0 0 0,0 0 1,8-9-1,49-51-6674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9T02:34:53.6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24575,'11'11'0,"-1"1"0,-1 0 0,0 1 0,-1 0 0,0 1 0,-1-1 0,9 26 0,26 107 0,-27-83 0,101 408-351,-38 7-1,-27-45 352,2 10 0,-27 2 0,-27 428 466,-1-317-229,6-488-237,2 0 0,29 127 0,-28-158 0,9 54 0,7 166 0,-28 96 0,-16-133 0,16-191 0,-1 0 0,-2-1 0,-1 0 0,0 0 0,-17 32 0,25-58-2,0 0 0,0-1 0,-1 1-1,1 0 1,0 0 0,0-1 0,-1 1-1,-3 2 1,5-4 3,0 1 1,0-1-1,-1 0 1,1 0-1,0 0 0,-1 0 1,1 1-1,0-1 1,-1 0-1,1 0 0,0 0 1,-1 0-1,1 0 0,0 0 1,-1 0-1,1 0 1,0 0-1,-1 0 0,1 0 1,-1 0-1,1-1 1,0 1-1,-1 0 0,1 0 1,0 0-1,0 0 0,-1 0 1,1-1-1,0 1 1,-1 0-1,1-1 0,-2-2-155,0 0 0,0 0-1,0-1 1,1 1-1,0 0 1,-1-1 0,1 1-1,-1-6 1,-10-59-6672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9T02:34:11.6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1399 4942 24575,'1'2'0,"0"0"0,1 0 0,-1-1 0,0 1 0,1-1 0,-1 1 0,1-1 0,-1 1 0,1-1 0,0 0 0,0 0 0,0 0 0,-1 0 0,5 2 0,31 6 0,-24-6 0,80 18 470,-30-9-4097,101 6 0,110 9 3161,-98-6 1814,-59-13 3424,578-4-4042,-397-7-1080,65 1 508,507 5 434,-605 9-592,-71-3 0,201 31 14,-77-5-164,321-12-586,7-25 829,-202-2-131,2767 5 179,-2530-25-141,-623 21 225,1-3 1,106-24-1,114-39-225,-52 14 0,-92 27 0,-79 18 0,76-24 0,-66 12 0,173-49 0,268-6-130,4 38-1029,-202 17-118,-78 4 993,325-26 281,-388 23-816,-140 16-193,0-1 1,0-2-1,39-16 0,-54 18 941,-1 0 0,0-1 0,0 0-1,0-1 1,-1 0 0,0-1 0,-1-1-1,0 1 1,0-2 0,-1 1 0,-1-1 0,0-1-1,0 1 1,8-19 0,1-8 120,-3-1 0,-1 0 1,12-59-1,1-4-36,4 14 934,71-140 0,-3 9 4140,-83 178-4688,-1-1 0,-2 0 0,9-64 0,-11-18-399,-10-205 0,-4 187 0,4 117 0,0 1 0,-2 0 0,-1 0 0,-1-1 0,-2 2 0,0-1 0,-1 1 0,-1 0 0,-1 0 0,-1 1 0,-18-29 0,-109-133 0,-16 9 0,110 128 0,-55-63 0,-262-281 0,80 92-285,-117-110-192,270 297 472,-6 6 0,-170-103 0,226 162 36,-1 3 0,-3 4 0,-97-34 0,91 43 258,-88-27 75,47 27-364,-1 5 0,-225-14 0,-560 33-727,600 9 586,-3666 0 191,2153-3-34,1130 22-4,508-12 110,118-3 219,-121 28 1,25-3-357,-321 9 15,-2-34 0,412-4 0,-130 20 0,-74 33 0,-90 13 0,343-65 0,-57 6 0,-162 41 0,-126 49 0,264-75 0,-365 63 0,453-84 0,-25 1 0,-51 13 0,83-14 0,1 2 0,0-1 0,0 1 0,1 1 0,0 1 0,0 0 0,-23 16 0,17-7 0,2 1 0,0 0 0,1 2 0,0 0 0,2 0 0,0 1 0,-11 24 0,-70 162 0,76-158 0,-26 65 0,5 3 0,6 1 0,4 2 0,6 0 0,-16 212 0,31-33 0,2-44 0,7-253 0,-13 495 0,15-461 0,1 0 0,16 69 0,30 63 0,-35-124 0,19 47 0,50 97 0,13 31 0,-30-58 0,-52-130 0,3-1 0,0 0 0,25 31 0,72 67 0,-8-7 0,-84-92 0,-1 0 0,27 51 0,70 128 0,-86-157 0,78 90 0,-99-129 0,0 0 0,0 0 0,1-1 0,0-1 0,1 0 0,0 0 0,0-2 0,1 1 0,0-2 0,29 10 0,12 1 0,80 27 0,-42-10 0,134 32 0,-110-33-1365,-66-19-5461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9T02:34:19.9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117 1 24575,'0'0'0,"1"1"0,0-1 0,0 0 0,-1 1 0,1-1 0,0 1 0,-1-1 0,1 1 0,0 0 0,-1-1 0,1 1 0,-1-1 0,1 1 0,-1 0 0,1 0 0,-1-1 0,0 1 0,1 0 0,-1 0 0,0-1 0,0 1 0,1 0 0,-1 0 0,0 0 0,0 0 0,5 28 0,-5-23 0,7 58 0,-3 98 0,-17 68 0,1-39 0,4-66 0,-37 192 0,28-202 0,4 0 0,4 184 0,-4-39 0,-1-37 0,13 747 0,3-461 0,-2-1-7129,0 8 9306,0-297 2775,0-186-4952,1-1 0,2 0 0,2 0 0,1 0 0,18 59 0,6-2 0,53 109 0,-40-114 0,75 107 0,-81-139 0,3-2 0,2-2 0,50 45 0,160 115 0,-239-198 0,25 24 0,-1 1 0,52 67 0,4 4 0,-12-24 0,6 6 0,112 143 0,-162-178 0,-5-8 0,47 53 0,-67-86 0,-1 0 0,2-1 0,0 0 0,0-1 0,0-1 0,2 0 0,-1-1 0,28 12 0,-34-17 7,1-1-1,-1 0 0,1 0 1,-1-1-1,1 0 0,-1 0 0,1-1 1,0 0-1,-1-1 0,1 0 1,-1 0-1,1-1 0,10-3 1,-1-2-298,0 0 0,0-2 0,-1 0 1,26-19-1,44-36-6535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9T02:34:22.3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24575,'1'10'0,"0"1"0,1-1 0,-1 1 0,2-1 0,0 0 0,0 0 0,1 0 0,0 0 0,0 0 0,1-1 0,1 0 0,0 0 0,11 14 0,4 0 0,1 0 0,1-2 0,35 27 0,-6-11-207,111 60-1,71 14-298,-194-93 490,862 347-1211,-333-142 494,-418-156 1216,-2 6 1,-4 7-1,150 110 1,-199-119-163,-4 4 0,124 131 0,-210-200-321,151 149 0,-142-142 0,0 2 0,-1-1 0,-1 2 0,-1 0 0,0 0 0,-1 1 0,0 1 0,-2 0 0,0 0 0,-1 1 0,-1 0 0,8 30 0,-3 8 0,-3 0 0,4 108 0,-18 122 0,0-126 0,4-85 0,1 4 0,-13 96 0,-3-69 0,-30 109 0,35-177 0,-1-1 0,-3-1 0,0 1 0,-3-2 0,-1-1 0,-31 44 0,-23 9 0,-3 5 0,65-77 0,-1 1 0,2 0 0,-15 34 0,11-10 0,2 1 0,-11 70 0,17-72 0,-3 0 0,-1-1 0,-19 51 0,3-34 0,-1-1 0,-3-1 0,-3-2 0,-71 88 0,50-72 0,-51 85 0,23-32 0,42-69 0,-57 55 0,54-62 0,12-15 0,-1-2 0,-2 0 0,-38 23 0,31-23 0,-67 59 0,26-1 0,49-50 0,-1-2 0,-49 39 0,82-73 0,-39 26 0,38-25 0,1 0 0,-1 0 0,1-1 0,-1 1 0,0-1 0,1 1 0,-1-1 0,1 0 0,-1 1 0,0-1 0,0 0 0,1 0 0,-1 0 0,0 0 0,1-1 0,-1 1 0,0 0 0,1-1 0,-1 1 0,0-1 0,1 0 0,-3-1 0,3 1 0,0 0 0,0 0 0,0 0 0,0 0 0,0 0 0,1 0 0,-1 0 0,0 0 0,1 0 0,-1-1 0,1 1 0,-1 0 0,1-1 0,0 1 0,-1 0 0,1-1 0,0 1 0,0 0 0,0-1 0,0 1 0,0 0 0,0-1 0,0 1 0,1 0 0,-1-1 0,0 1 0,1 0 0,-1-1 0,2 0 0,1-7-275,1 1 1,0 0-1,8-9 0,-10 14 9,42-58-6560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269CF8-48B1-D1EE-007E-E1910B45A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3726EC-9AB6-30B5-6F4B-CC8724E57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A9190A-E355-5218-8503-C81FFE70A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6B4BB-CDA5-419C-B7BB-C9FBE6181349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FF3EFD-FE0A-FF9D-E8E7-9F068EE4A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D60171-9266-1A9B-F6E4-019DD804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AE47-E07A-49CC-A185-59DD243C0D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940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9770C-948B-AFE5-0B02-8ACF573E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046E3C-4494-EFB7-8F23-4E7A9989E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72E208-D20B-732F-0BB3-B7DBDF33D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6B4BB-CDA5-419C-B7BB-C9FBE6181349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ABA7E0-8C86-D33A-F6CF-559C4E95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1FB6CF-8A43-30C6-589E-69F034770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AE47-E07A-49CC-A185-59DD243C0D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7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E8481C-4856-B8A4-50AB-B2EF391D4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866D36-6BD5-8A60-C98E-0E0BC9C0F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CCF169-9F0A-9864-EB37-EE3621072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6B4BB-CDA5-419C-B7BB-C9FBE6181349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098BEE-29B7-70D8-0016-BE88F9978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3CD02C-E6F6-6D61-662E-13AB46849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AE47-E07A-49CC-A185-59DD243C0D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813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3C2FD5-868A-5959-BBC1-F48A0ABFB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005A17-5DA7-7BD1-EC01-5C45775FB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9377C7-D6D1-E1E3-B2D1-1B16F9C15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534951-BE7F-9582-A6A7-76B972A3B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6B4BB-CDA5-419C-B7BB-C9FBE6181349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0EB774-E212-A77B-6325-4E839DD82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2225C1-EB87-C129-5471-5F0C62915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AE47-E07A-49CC-A185-59DD243C0D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7009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8087CF-BA84-9849-70BA-167D7B63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776169-88ED-75EB-1449-EC3860314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3BA86F-27CC-A84E-E21D-25A47E0F0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76168FA-94CB-E4CA-7F70-EB2C30F860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857E88-114E-B381-6BBE-F69D23CC10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2433684-5BCD-0A33-624C-5EA4683AA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6B4BB-CDA5-419C-B7BB-C9FBE6181349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F80187-B554-4D7F-8B9C-4623B8291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EA65E1-4729-DD30-ECDD-B779E86A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AE47-E07A-49CC-A185-59DD243C0D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992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BE313A-0F8D-1EDB-6402-D19F27AF7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3424011-44CF-815E-CACC-32AA029D8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6B4BB-CDA5-419C-B7BB-C9FBE6181349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8BDA36-D9F6-B1F8-CB2E-80EF8A264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AA9F4D-6949-CD98-1CEF-92770A22A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AE47-E07A-49CC-A185-59DD243C0D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787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1410B6F-DDAE-6960-3925-03C6BD057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6B4BB-CDA5-419C-B7BB-C9FBE6181349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6A9E3FD-AF49-7ACA-7D28-EABC7CC03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18BF10-9230-0EE6-BDEB-A78C78D6C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AE47-E07A-49CC-A185-59DD243C0D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481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4A48E-DBBD-9CFD-D1A4-C36421758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E05CFA-FF7F-D03E-9F69-11E5DD983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2F93AF-A3A2-12E3-4197-3D489EC0B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D188B4-C558-72F2-76D5-8B44C59D4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6B4BB-CDA5-419C-B7BB-C9FBE6181349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EA2D82-D454-2A02-8029-2257C907C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E8E6FA-FB6D-C7F6-5968-3399D35E8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AE47-E07A-49CC-A185-59DD243C0D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00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913F2-86BA-2187-BD0F-F0DB43B12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F02E022-3213-26A2-6ECA-0CCAC1419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087C15-EF1A-46F1-13E1-189AA70F1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0B7E1A-565C-E9EB-8C0F-4E87BB49D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6B4BB-CDA5-419C-B7BB-C9FBE6181349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0C99D4-71EC-548F-306C-17E269F0F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88FFA-B322-702A-38FA-82CCBA8B9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AE47-E07A-49CC-A185-59DD243C0D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682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EEFC7-DA58-D3D5-9513-B8DC094D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9584CB5-EB8F-86B3-401D-367520F88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333AAA-A71E-4A61-349D-A8DFDDFAE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6B4BB-CDA5-419C-B7BB-C9FBE6181349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938813-DCAF-6B93-E954-1C26D0A36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F710EE-B94D-0E9A-3FC7-951460F04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AE47-E07A-49CC-A185-59DD243C0D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093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499AB7A-88D0-181E-18AF-A437185525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8B66F0-C00D-2EF3-7757-26DED368F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F5A14E-C77A-06DA-B90B-F4C1A5CC6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6B4BB-CDA5-419C-B7BB-C9FBE6181349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A4A019-FCF8-D00F-FD3D-B69E8F673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CD6AF0-A045-E7E9-A0BF-D4C34F0C2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AE47-E07A-49CC-A185-59DD243C0D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837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201A95D-E8BF-A406-EC03-EEDB705CD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0A5A55-0BDD-C023-DC58-6D79415B5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1275BD-2C5D-1DC0-1545-0C10E7F098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66B4BB-CDA5-419C-B7BB-C9FBE6181349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909795-5F94-AC27-AA17-00066443BE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D51181-1D2E-8DC1-9344-D91567876D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AAE47-E07A-49CC-A185-59DD243C0D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703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E59A63-6FFB-16E9-F85B-3FA69ACF9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3254"/>
            <a:ext cx="9144000" cy="1033891"/>
          </a:xfrm>
        </p:spPr>
        <p:txBody>
          <a:bodyPr/>
          <a:lstStyle/>
          <a:p>
            <a:r>
              <a:rPr lang="ko-KR" altLang="en-US" dirty="0"/>
              <a:t>파이썬 코드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6A99DA-3B13-DF15-A86A-B428405631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56216"/>
            <a:ext cx="9144000" cy="1397285"/>
          </a:xfrm>
        </p:spPr>
        <p:txBody>
          <a:bodyPr/>
          <a:lstStyle/>
          <a:p>
            <a:r>
              <a:rPr lang="ko-KR" altLang="en-US" dirty="0"/>
              <a:t>코드 분석</a:t>
            </a:r>
          </a:p>
        </p:txBody>
      </p:sp>
    </p:spTree>
    <p:extLst>
      <p:ext uri="{BB962C8B-B14F-4D97-AF65-F5344CB8AC3E}">
        <p14:creationId xmlns:p14="http://schemas.microsoft.com/office/powerpoint/2010/main" val="599423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03CB4B-B72C-2D50-6AE9-72B73DC3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1. CONFIG &amp;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기본 설정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코드 상단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7" name="내용 개체 틀 6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754305-2805-CEFC-3AC9-32B3427E19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02" y="1585731"/>
            <a:ext cx="10724909" cy="5061896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8B99A1-C51B-6B0E-4690-4C07F930CF1B}"/>
              </a:ext>
            </a:extLst>
          </p:cNvPr>
          <p:cNvSpPr txBox="1"/>
          <p:nvPr/>
        </p:nvSpPr>
        <p:spPr>
          <a:xfrm>
            <a:off x="3439185" y="1994853"/>
            <a:ext cx="2847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 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기능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F05C3E-F7A4-3FC0-F5BC-6BBBCCF1242E}"/>
              </a:ext>
            </a:extLst>
          </p:cNvPr>
          <p:cNvSpPr txBox="1"/>
          <p:nvPr/>
        </p:nvSpPr>
        <p:spPr>
          <a:xfrm>
            <a:off x="5499478" y="1741743"/>
            <a:ext cx="50450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</a:rPr>
              <a:t>운영체제 기능</a:t>
            </a:r>
            <a:r>
              <a:rPr lang="en-US" altLang="ko-KR" sz="1000" dirty="0">
                <a:solidFill>
                  <a:srgbClr val="FF0000"/>
                </a:solidFill>
              </a:rPr>
              <a:t>: </a:t>
            </a:r>
            <a:r>
              <a:rPr lang="ko-KR" altLang="en-US" sz="1000" dirty="0">
                <a:solidFill>
                  <a:srgbClr val="FF0000"/>
                </a:solidFill>
              </a:rPr>
              <a:t>폴더 생성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파일 목록 조회 등</a:t>
            </a: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en-US" altLang="ko-KR" sz="1000" dirty="0">
                <a:solidFill>
                  <a:srgbClr val="FF0000"/>
                </a:solidFill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</a:rPr>
              <a:t>시간 기능</a:t>
            </a:r>
            <a:r>
              <a:rPr lang="en-US" altLang="ko-KR" sz="1000" dirty="0">
                <a:solidFill>
                  <a:srgbClr val="FF0000"/>
                </a:solidFill>
              </a:rPr>
              <a:t>: sleep(DT)</a:t>
            </a:r>
            <a:r>
              <a:rPr lang="ko-KR" altLang="en-US" sz="1000" dirty="0">
                <a:solidFill>
                  <a:srgbClr val="FF0000"/>
                </a:solidFill>
              </a:rPr>
              <a:t>로 제어 주기 맞춤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리플레이 딜레이</a:t>
            </a: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en-US" altLang="ko-KR" sz="1000" dirty="0">
                <a:solidFill>
                  <a:srgbClr val="FF0000"/>
                </a:solidFill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</a:rPr>
              <a:t>스레드 기능</a:t>
            </a:r>
            <a:r>
              <a:rPr lang="en-US" altLang="ko-KR" sz="1000" dirty="0">
                <a:solidFill>
                  <a:srgbClr val="FF0000"/>
                </a:solidFill>
              </a:rPr>
              <a:t>: GUI</a:t>
            </a:r>
            <a:r>
              <a:rPr lang="ko-KR" altLang="en-US" sz="1000" dirty="0">
                <a:solidFill>
                  <a:srgbClr val="FF0000"/>
                </a:solidFill>
              </a:rPr>
              <a:t>와 로봇 제어 루프를 분리 실행</a:t>
            </a: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en-US" altLang="ko-KR" sz="1000" dirty="0">
                <a:solidFill>
                  <a:srgbClr val="FF0000"/>
                </a:solidFill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</a:rPr>
              <a:t>수치</a:t>
            </a:r>
            <a:r>
              <a:rPr lang="en-US" altLang="ko-KR" sz="1000" dirty="0">
                <a:solidFill>
                  <a:srgbClr val="FF0000"/>
                </a:solidFill>
              </a:rPr>
              <a:t>/</a:t>
            </a:r>
            <a:r>
              <a:rPr lang="ko-KR" altLang="en-US" sz="1000" dirty="0">
                <a:solidFill>
                  <a:srgbClr val="FF0000"/>
                </a:solidFill>
              </a:rPr>
              <a:t>배열 처리</a:t>
            </a:r>
            <a:r>
              <a:rPr lang="en-US" altLang="ko-KR" sz="1000" dirty="0">
                <a:solidFill>
                  <a:srgbClr val="FF0000"/>
                </a:solidFill>
              </a:rPr>
              <a:t>: </a:t>
            </a:r>
            <a:r>
              <a:rPr lang="ko-KR" altLang="en-US" sz="1000" dirty="0" err="1">
                <a:solidFill>
                  <a:srgbClr val="FF0000"/>
                </a:solidFill>
              </a:rPr>
              <a:t>관절값</a:t>
            </a:r>
            <a:r>
              <a:rPr lang="ko-KR" altLang="en-US" sz="1000" dirty="0">
                <a:solidFill>
                  <a:srgbClr val="FF0000"/>
                </a:solidFill>
              </a:rPr>
              <a:t> 배열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en-US" altLang="ko-KR" sz="1000" dirty="0" err="1">
                <a:solidFill>
                  <a:srgbClr val="FF0000"/>
                </a:solidFill>
              </a:rPr>
              <a:t>np.save</a:t>
            </a:r>
            <a:r>
              <a:rPr lang="en-US" altLang="ko-KR" sz="1000" dirty="0">
                <a:solidFill>
                  <a:srgbClr val="FF0000"/>
                </a:solidFill>
              </a:rPr>
              <a:t>/</a:t>
            </a:r>
            <a:r>
              <a:rPr lang="en-US" altLang="ko-KR" sz="1000" dirty="0" err="1">
                <a:solidFill>
                  <a:srgbClr val="FF0000"/>
                </a:solidFill>
              </a:rPr>
              <a:t>np.load</a:t>
            </a:r>
            <a:r>
              <a:rPr lang="ko-KR" altLang="en-US" sz="1000" dirty="0">
                <a:solidFill>
                  <a:srgbClr val="FF0000"/>
                </a:solidFill>
              </a:rPr>
              <a:t>로 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r>
              <a:rPr lang="en-US" altLang="ko-KR" sz="1000" dirty="0" err="1">
                <a:solidFill>
                  <a:srgbClr val="FF0000"/>
                </a:solidFill>
              </a:rPr>
              <a:t>npy</a:t>
            </a:r>
            <a:r>
              <a:rPr lang="en-US" altLang="ko-KR" sz="1000" dirty="0">
                <a:solidFill>
                  <a:srgbClr val="FF0000"/>
                </a:solidFill>
              </a:rPr>
              <a:t> </a:t>
            </a:r>
            <a:r>
              <a:rPr lang="ko-KR" altLang="en-US" sz="1000" dirty="0">
                <a:solidFill>
                  <a:srgbClr val="FF0000"/>
                </a:solidFill>
              </a:rPr>
              <a:t>저장</a:t>
            </a:r>
            <a:r>
              <a:rPr lang="en-US" altLang="ko-KR" sz="1000" dirty="0">
                <a:solidFill>
                  <a:srgbClr val="FF0000"/>
                </a:solidFill>
              </a:rPr>
              <a:t>/</a:t>
            </a:r>
            <a:r>
              <a:rPr lang="ko-KR" altLang="en-US" sz="1000" dirty="0">
                <a:solidFill>
                  <a:srgbClr val="FF0000"/>
                </a:solidFill>
              </a:rPr>
              <a:t>로드</a:t>
            </a: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en-US" altLang="ko-KR" sz="1000" dirty="0">
                <a:solidFill>
                  <a:srgbClr val="FF0000"/>
                </a:solidFill>
              </a:rPr>
              <a:t># GUI </a:t>
            </a:r>
            <a:r>
              <a:rPr lang="ko-KR" altLang="en-US" sz="1000" dirty="0">
                <a:solidFill>
                  <a:srgbClr val="FF0000"/>
                </a:solidFill>
              </a:rPr>
              <a:t>프레임워크</a:t>
            </a:r>
            <a:r>
              <a:rPr lang="en-US" altLang="ko-KR" sz="1000" dirty="0">
                <a:solidFill>
                  <a:srgbClr val="FF0000"/>
                </a:solidFill>
              </a:rPr>
              <a:t>: </a:t>
            </a:r>
            <a:r>
              <a:rPr lang="ko-KR" altLang="en-US" sz="1000" dirty="0">
                <a:solidFill>
                  <a:srgbClr val="FF0000"/>
                </a:solidFill>
              </a:rPr>
              <a:t>기본 위젯</a:t>
            </a:r>
            <a:r>
              <a:rPr lang="en-US" altLang="ko-KR" sz="1000" dirty="0">
                <a:solidFill>
                  <a:srgbClr val="FF0000"/>
                </a:solidFill>
              </a:rPr>
              <a:t>(Label, Text, Frame </a:t>
            </a:r>
            <a:r>
              <a:rPr lang="ko-KR" altLang="en-US" sz="1000" dirty="0">
                <a:solidFill>
                  <a:srgbClr val="FF0000"/>
                </a:solidFill>
              </a:rPr>
              <a:t>등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# </a:t>
            </a:r>
            <a:r>
              <a:rPr lang="en-US" altLang="ko-KR" sz="1000" dirty="0" err="1">
                <a:solidFill>
                  <a:srgbClr val="FF0000"/>
                </a:solidFill>
              </a:rPr>
              <a:t>ttk</a:t>
            </a:r>
            <a:r>
              <a:rPr lang="en-US" altLang="ko-KR" sz="1000" dirty="0">
                <a:solidFill>
                  <a:srgbClr val="FF0000"/>
                </a:solidFill>
              </a:rPr>
              <a:t> </a:t>
            </a:r>
            <a:r>
              <a:rPr lang="ko-KR" altLang="en-US" sz="1000" dirty="0">
                <a:solidFill>
                  <a:srgbClr val="FF0000"/>
                </a:solidFill>
              </a:rPr>
              <a:t>위젯</a:t>
            </a:r>
            <a:r>
              <a:rPr lang="en-US" altLang="ko-KR" sz="1000" dirty="0">
                <a:solidFill>
                  <a:srgbClr val="FF0000"/>
                </a:solidFill>
              </a:rPr>
              <a:t>: </a:t>
            </a:r>
            <a:r>
              <a:rPr lang="ko-KR" altLang="en-US" sz="1000" dirty="0">
                <a:solidFill>
                  <a:srgbClr val="FF0000"/>
                </a:solidFill>
              </a:rPr>
              <a:t>테마</a:t>
            </a:r>
            <a:r>
              <a:rPr lang="en-US" altLang="ko-KR" sz="1000" dirty="0">
                <a:solidFill>
                  <a:srgbClr val="FF0000"/>
                </a:solidFill>
              </a:rPr>
              <a:t>/</a:t>
            </a:r>
            <a:r>
              <a:rPr lang="ko-KR" altLang="en-US" sz="1000" dirty="0">
                <a:solidFill>
                  <a:srgbClr val="FF0000"/>
                </a:solidFill>
              </a:rPr>
              <a:t>스타일 적용 가능한 </a:t>
            </a:r>
            <a:r>
              <a:rPr lang="en-US" altLang="ko-KR" sz="1000" dirty="0">
                <a:solidFill>
                  <a:srgbClr val="FF0000"/>
                </a:solidFill>
              </a:rPr>
              <a:t>Button/Label </a:t>
            </a:r>
            <a:r>
              <a:rPr lang="ko-KR" altLang="en-US" sz="1000" dirty="0">
                <a:solidFill>
                  <a:srgbClr val="FF0000"/>
                </a:solidFill>
              </a:rPr>
              <a:t>등 </a:t>
            </a:r>
            <a:r>
              <a:rPr lang="en-US" altLang="ko-KR" sz="1000" dirty="0">
                <a:solidFill>
                  <a:srgbClr val="FF0000"/>
                </a:solidFill>
              </a:rPr>
              <a:t>import </a:t>
            </a:r>
            <a:r>
              <a:rPr lang="en-US" altLang="ko-KR" sz="1000" dirty="0" err="1">
                <a:solidFill>
                  <a:srgbClr val="FF0000"/>
                </a:solidFill>
              </a:rPr>
              <a:t>scservo_sdk</a:t>
            </a:r>
            <a:r>
              <a:rPr lang="en-US" altLang="ko-KR" sz="1000" dirty="0">
                <a:solidFill>
                  <a:srgbClr val="FF0000"/>
                </a:solidFill>
              </a:rPr>
              <a:t> as </a:t>
            </a:r>
            <a:r>
              <a:rPr lang="en-US" altLang="ko-KR" sz="1000" dirty="0" err="1">
                <a:solidFill>
                  <a:srgbClr val="FF0000"/>
                </a:solidFill>
              </a:rPr>
              <a:t>scs</a:t>
            </a:r>
            <a:r>
              <a:rPr lang="en-US" altLang="ko-KR" sz="1000" dirty="0">
                <a:solidFill>
                  <a:srgbClr val="FF0000"/>
                </a:solidFill>
              </a:rPr>
              <a:t>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# </a:t>
            </a:r>
            <a:r>
              <a:rPr lang="en-US" altLang="ko-KR" sz="1000" dirty="0" err="1">
                <a:solidFill>
                  <a:srgbClr val="FF0000"/>
                </a:solidFill>
              </a:rPr>
              <a:t>Feetech</a:t>
            </a:r>
            <a:r>
              <a:rPr lang="en-US" altLang="ko-KR" sz="1000" dirty="0">
                <a:solidFill>
                  <a:srgbClr val="FF0000"/>
                </a:solidFill>
              </a:rPr>
              <a:t> </a:t>
            </a:r>
            <a:r>
              <a:rPr lang="en-US" altLang="ko-KR" sz="1000" dirty="0" err="1">
                <a:solidFill>
                  <a:srgbClr val="FF0000"/>
                </a:solidFill>
              </a:rPr>
              <a:t>SCServo</a:t>
            </a:r>
            <a:r>
              <a:rPr lang="en-US" altLang="ko-KR" sz="1000" dirty="0">
                <a:solidFill>
                  <a:srgbClr val="FF0000"/>
                </a:solidFill>
              </a:rPr>
              <a:t> SDK: </a:t>
            </a:r>
            <a:r>
              <a:rPr lang="en-US" altLang="ko-KR" sz="1000" dirty="0" err="1">
                <a:solidFill>
                  <a:srgbClr val="FF0000"/>
                </a:solidFill>
              </a:rPr>
              <a:t>PortHandler</a:t>
            </a:r>
            <a:r>
              <a:rPr lang="en-US" altLang="ko-KR" sz="1000" dirty="0">
                <a:solidFill>
                  <a:srgbClr val="FF0000"/>
                </a:solidFill>
              </a:rPr>
              <a:t>/</a:t>
            </a:r>
            <a:r>
              <a:rPr lang="en-US" altLang="ko-KR" sz="1000" dirty="0" err="1">
                <a:solidFill>
                  <a:srgbClr val="FF0000"/>
                </a:solidFill>
              </a:rPr>
              <a:t>PacketHandler</a:t>
            </a:r>
            <a:r>
              <a:rPr lang="en-US" altLang="ko-KR" sz="1000" dirty="0">
                <a:solidFill>
                  <a:srgbClr val="FF0000"/>
                </a:solidFill>
              </a:rPr>
              <a:t>, read/write </a:t>
            </a:r>
            <a:r>
              <a:rPr lang="ko-KR" altLang="en-US" sz="1000" dirty="0">
                <a:solidFill>
                  <a:srgbClr val="FF0000"/>
                </a:solidFill>
              </a:rPr>
              <a:t>통신</a:t>
            </a:r>
          </a:p>
        </p:txBody>
      </p:sp>
    </p:spTree>
    <p:extLst>
      <p:ext uri="{BB962C8B-B14F-4D97-AF65-F5344CB8AC3E}">
        <p14:creationId xmlns:p14="http://schemas.microsoft.com/office/powerpoint/2010/main" val="2297160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7D49F-F165-D7FE-56D9-77D78E79D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 SDK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초기화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통신 준비 단계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b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 IO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 함수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역할 분리의 핵심</a:t>
            </a:r>
          </a:p>
        </p:txBody>
      </p:sp>
      <p:pic>
        <p:nvPicPr>
          <p:cNvPr id="5" name="내용 개체 틀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1C515D-6870-3755-AAF9-4AEAE8E0D3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398" y="1825625"/>
            <a:ext cx="8753582" cy="478065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9A546D8C-DD27-E514-9F69-FB4CDBC257FC}"/>
                  </a:ext>
                </a:extLst>
              </p14:cNvPr>
              <p14:cNvContentPartPr/>
              <p14:nvPr/>
            </p14:nvContentPartPr>
            <p14:xfrm>
              <a:off x="1583409" y="1993013"/>
              <a:ext cx="471600" cy="152784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9A546D8C-DD27-E514-9F69-FB4CDBC257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77289" y="1986893"/>
                <a:ext cx="483840" cy="154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F8840750-8A82-A1EB-B68D-357827BBDD5C}"/>
                  </a:ext>
                </a:extLst>
              </p14:cNvPr>
              <p14:cNvContentPartPr/>
              <p14:nvPr/>
            </p14:nvContentPartPr>
            <p14:xfrm>
              <a:off x="6955689" y="1993013"/>
              <a:ext cx="260280" cy="132192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F8840750-8A82-A1EB-B68D-357827BBDD5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49569" y="1986893"/>
                <a:ext cx="272520" cy="13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7458392A-E2C5-A497-AD36-E9F5BF7A71AD}"/>
                  </a:ext>
                </a:extLst>
              </p14:cNvPr>
              <p14:cNvContentPartPr/>
              <p14:nvPr/>
            </p14:nvContentPartPr>
            <p14:xfrm>
              <a:off x="2012529" y="4458653"/>
              <a:ext cx="218520" cy="186876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7458392A-E2C5-A497-AD36-E9F5BF7A71A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06409" y="4452533"/>
                <a:ext cx="230760" cy="18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72C690D0-0404-3678-ED6E-126003CBDC78}"/>
                  </a:ext>
                </a:extLst>
              </p14:cNvPr>
              <p14:cNvContentPartPr/>
              <p14:nvPr/>
            </p14:nvContentPartPr>
            <p14:xfrm>
              <a:off x="7880169" y="4325093"/>
              <a:ext cx="197280" cy="199692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72C690D0-0404-3678-ED6E-126003CBDC7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74049" y="4318973"/>
                <a:ext cx="209520" cy="200916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556F6EE-B5ED-A7E1-320A-E6AD8C0B329C}"/>
              </a:ext>
            </a:extLst>
          </p:cNvPr>
          <p:cNvSpPr txBox="1"/>
          <p:nvPr/>
        </p:nvSpPr>
        <p:spPr>
          <a:xfrm>
            <a:off x="7541231" y="2116476"/>
            <a:ext cx="2291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 </a:t>
            </a:r>
            <a:r>
              <a:rPr lang="en-US" altLang="ko-KR" dirty="0" err="1">
                <a:solidFill>
                  <a:srgbClr val="FF0000"/>
                </a:solidFill>
              </a:rPr>
              <a:t>Sdk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초기화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91D2F9-49A1-A9B6-9A31-D5AF5B43CFDD}"/>
              </a:ext>
            </a:extLst>
          </p:cNvPr>
          <p:cNvSpPr txBox="1"/>
          <p:nvPr/>
        </p:nvSpPr>
        <p:spPr>
          <a:xfrm>
            <a:off x="8157681" y="4736387"/>
            <a:ext cx="2147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 IO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함수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889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F6378-7926-BD94-1605-A59BF2A65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상태 변수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(State)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–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프로그램의 규칙</a:t>
            </a:r>
            <a:b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로봇 제어 루프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핵심 로직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5" name="내용 개체 틀 4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30B2E4-B73C-DCA0-CBAC-8EAE21FC78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927" y="1825624"/>
            <a:ext cx="8126859" cy="4544353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0C089155-978D-9F02-7355-C53ABDF14AAC}"/>
                  </a:ext>
                </a:extLst>
              </p14:cNvPr>
              <p14:cNvContentPartPr/>
              <p14:nvPr/>
            </p14:nvContentPartPr>
            <p14:xfrm>
              <a:off x="2013609" y="1672973"/>
              <a:ext cx="5684400" cy="191700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0C089155-978D-9F02-7355-C53ABDF14A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07489" y="1666853"/>
                <a:ext cx="5696640" cy="19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AFE688F9-79CB-AE11-47E0-F1AE55C5DB2E}"/>
                  </a:ext>
                </a:extLst>
              </p14:cNvPr>
              <p14:cNvContentPartPr/>
              <p14:nvPr/>
            </p14:nvContentPartPr>
            <p14:xfrm>
              <a:off x="2413569" y="3595733"/>
              <a:ext cx="734760" cy="257004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AFE688F9-79CB-AE11-47E0-F1AE55C5DB2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07449" y="3589613"/>
                <a:ext cx="747000" cy="258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2F809210-3B8A-1838-FDC6-F8656DC00FB6}"/>
                  </a:ext>
                </a:extLst>
              </p14:cNvPr>
              <p14:cNvContentPartPr/>
              <p14:nvPr/>
            </p14:nvContentPartPr>
            <p14:xfrm>
              <a:off x="6081969" y="3780413"/>
              <a:ext cx="1308960" cy="218736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2F809210-3B8A-1838-FDC6-F8656DC00FB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75849" y="3774293"/>
                <a:ext cx="1321200" cy="21996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ADD99F9-9F68-A9B5-CE9F-71C6AF06B22B}"/>
              </a:ext>
            </a:extLst>
          </p:cNvPr>
          <p:cNvSpPr txBox="1"/>
          <p:nvPr/>
        </p:nvSpPr>
        <p:spPr>
          <a:xfrm>
            <a:off x="7787811" y="2167847"/>
            <a:ext cx="2095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 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상태 변수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(State)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3F8730-F63B-5639-C8E9-A63DF26F812B}"/>
              </a:ext>
            </a:extLst>
          </p:cNvPr>
          <p:cNvSpPr txBox="1"/>
          <p:nvPr/>
        </p:nvSpPr>
        <p:spPr>
          <a:xfrm>
            <a:off x="7561781" y="4551452"/>
            <a:ext cx="2661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 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로봇 제어 루프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(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핵심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295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AE885-1393-54ED-71BE-524462EBB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6. GUI </a:t>
            </a:r>
            <a:r>
              <a:rPr lang="ko-KR" altLang="en-US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콜백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–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이벤트 기반 제어</a:t>
            </a:r>
          </a:p>
        </p:txBody>
      </p:sp>
      <p:pic>
        <p:nvPicPr>
          <p:cNvPr id="5" name="내용 개체 틀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B24B93-C941-31F2-AC11-65F66DD090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491" y="1788073"/>
            <a:ext cx="4181582" cy="4472433"/>
          </a:xfrm>
        </p:spPr>
      </p:pic>
      <p:pic>
        <p:nvPicPr>
          <p:cNvPr id="10" name="그림 9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7CD8C9-67AB-5F20-157F-BFCF478FF8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993" y="1788073"/>
            <a:ext cx="4260350" cy="447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835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DA4DF-DDE5-B8F7-A336-86F197B4A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7.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스레드 분리와 종료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13AB5F73-2560-1B4B-A982-BEF789EB9B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484" y="2138730"/>
            <a:ext cx="7657354" cy="2580539"/>
          </a:xfrm>
        </p:spPr>
      </p:pic>
    </p:spTree>
    <p:extLst>
      <p:ext uri="{BB962C8B-B14F-4D97-AF65-F5344CB8AC3E}">
        <p14:creationId xmlns:p14="http://schemas.microsoft.com/office/powerpoint/2010/main" val="485053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185</Words>
  <Application>Microsoft Office PowerPoint</Application>
  <PresentationFormat>와이드스크린</PresentationFormat>
  <Paragraphs>19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HY견고딕</vt:lpstr>
      <vt:lpstr>맑은 고딕</vt:lpstr>
      <vt:lpstr>Arial</vt:lpstr>
      <vt:lpstr>Wingdings</vt:lpstr>
      <vt:lpstr>Office 테마</vt:lpstr>
      <vt:lpstr>파이썬 코드 </vt:lpstr>
      <vt:lpstr>1. CONFIG &amp; 기본 설정 (코드 상단)</vt:lpstr>
      <vt:lpstr> SDK 초기화 (통신 준비 단계)  IO 함수 : 역할 분리의 핵심</vt:lpstr>
      <vt:lpstr>상태 변수(State) – 프로그램의 규칙 로봇 제어 루프 (핵심 로직)</vt:lpstr>
      <vt:lpstr>6. GUI 콜백 – 이벤트 기반 제어</vt:lpstr>
      <vt:lpstr>7. 스레드 분리와 종료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현준 황</dc:creator>
  <cp:lastModifiedBy>현준 황</cp:lastModifiedBy>
  <cp:revision>3</cp:revision>
  <dcterms:created xsi:type="dcterms:W3CDTF">2025-12-19T02:42:46Z</dcterms:created>
  <dcterms:modified xsi:type="dcterms:W3CDTF">2025-12-19T02:52:03Z</dcterms:modified>
</cp:coreProperties>
</file>